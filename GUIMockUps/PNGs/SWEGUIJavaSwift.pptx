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730"/>
  </p:normalViewPr>
  <p:slideViewPr>
    <p:cSldViewPr snapToGrid="0">
      <p:cViewPr>
        <p:scale>
          <a:sx n="275" d="100"/>
          <a:sy n="275" d="100"/>
        </p:scale>
        <p:origin x="-5272" y="-1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DAD80-309E-07E1-2EB2-2CBE795502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4C92BA-096E-D618-5807-C99D817F05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57BA8D-5751-A0A8-1CA5-C21ECED89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A1545-5244-C14E-9E0F-201938DB3827}" type="datetimeFigureOut">
              <a:rPr lang="de-DE" smtClean="0"/>
              <a:t>02.06.26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675719-B614-7695-99C8-8BD326FF5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AD99C2-3AA2-1279-A96B-E013B7B94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AB004-F700-0943-A2E6-EDA73E101F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0351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FF00C-ED70-DE61-A0C3-80D71B27B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EF130C-4603-E06F-7B94-FDE826E905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70277F-C81C-1ED2-D847-03534128A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A1545-5244-C14E-9E0F-201938DB3827}" type="datetimeFigureOut">
              <a:rPr lang="de-DE" smtClean="0"/>
              <a:t>02.06.26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08AB-6A57-D893-344B-6221011FB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F7B08A-D4F4-138A-A044-D8ABA41C4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AB004-F700-0943-A2E6-EDA73E101F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0306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13C8A-0312-B34D-7D1E-50B86EF60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7F325F-4210-09D9-8786-BBFFDC845E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2C07EA-E0E1-C996-A191-28DA4E9C0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A1545-5244-C14E-9E0F-201938DB3827}" type="datetimeFigureOut">
              <a:rPr lang="de-DE" smtClean="0"/>
              <a:t>02.06.26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AAFA3-60B5-C1F2-2438-AE09EE611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E840D6-2AE3-1053-ACEA-E9A5F505E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AB004-F700-0943-A2E6-EDA73E101F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3990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9E322-598E-9FE8-F125-4F780AF35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0FBADC-B99D-2EB7-2B4F-CC7F205C52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2182D6-A40E-60D8-2F72-F18BB69E36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AB15E6-8FB6-B174-0E5E-818449B38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A1545-5244-C14E-9E0F-201938DB3827}" type="datetimeFigureOut">
              <a:rPr lang="de-DE" smtClean="0"/>
              <a:t>02.06.26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18FF24-134C-9986-7B8F-F7457B654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04D036-9BBD-8292-0AF1-2DF0DEB06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AB004-F700-0943-A2E6-EDA73E101F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32628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3DA25-9AD9-AD14-D747-83AE65F63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CF231E-8B10-8A5D-B766-29EB0BA6EB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87B77A-CBB0-6B17-AED9-632B580779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366B93-41D9-F5A2-860B-BE7EB0EB3C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A0404B-BAA1-EEBB-077C-8D6DC2B9EA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C04977-03F0-1074-98ED-A840C5F19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A1545-5244-C14E-9E0F-201938DB3827}" type="datetimeFigureOut">
              <a:rPr lang="de-DE" smtClean="0"/>
              <a:t>02.06.26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6024AD-B9F7-EFF8-42E0-DB94E25DC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3CC94A-1314-B5BF-8690-4AA5C9C88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AB004-F700-0943-A2E6-EDA73E101F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951914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3C085-5887-2224-425E-E3B18E34D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1248F6-F92B-9673-1FFD-8E35D8762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A1545-5244-C14E-9E0F-201938DB3827}" type="datetimeFigureOut">
              <a:rPr lang="de-DE" smtClean="0"/>
              <a:t>02.06.26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5AE4EC-6240-EDF3-E6AA-BEB8B36CD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8AB972-84F3-A6C3-FA08-981EB25A3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AB004-F700-0943-A2E6-EDA73E101F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97753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51F8FD-F039-2DBC-C2A0-AFA7A8460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A1545-5244-C14E-9E0F-201938DB3827}" type="datetimeFigureOut">
              <a:rPr lang="de-DE" smtClean="0"/>
              <a:t>02.06.26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64371F-2F37-53A3-2CF1-54C54BA90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9DF47C-1F1F-A7DA-A348-5F9A350F6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AB004-F700-0943-A2E6-EDA73E101F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94481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8617B-EE71-ABAC-3F6E-164AF782F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38946-122A-6E72-E0D0-BEA59171D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AB2A4C-A0B0-03BE-86C9-E0B2F0A705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649C08-7ED6-63EA-C37F-3537C0F6A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A1545-5244-C14E-9E0F-201938DB3827}" type="datetimeFigureOut">
              <a:rPr lang="de-DE" smtClean="0"/>
              <a:t>02.06.26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707CF0-CB85-AB24-9948-1EE3DC8FB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9A3C9C-AAF4-BFDC-35F1-59D9265AE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AB004-F700-0943-A2E6-EDA73E101F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2979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7766F-17B7-A768-0934-13B794446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BF1DF4-9246-883B-AA8B-FF15E194F2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331553-9002-8E53-E2AA-45DBBA599A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E76B22-5A5F-F20E-7185-52B1297C9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A1545-5244-C14E-9E0F-201938DB3827}" type="datetimeFigureOut">
              <a:rPr lang="de-DE" smtClean="0"/>
              <a:t>02.06.26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64139A-5361-EF41-BF2B-BD8550635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F1A0A3-6C3D-9B39-2D0D-6DE996E26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AB004-F700-0943-A2E6-EDA73E101F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120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2009A-3269-77C1-3B9F-B2508B2E2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6422AA-B603-7180-D469-AC65B3EA1B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63EF4E-4691-8BB3-C329-C65C7D788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A1545-5244-C14E-9E0F-201938DB3827}" type="datetimeFigureOut">
              <a:rPr lang="de-DE" smtClean="0"/>
              <a:t>02.06.26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CD1453-242A-8DD0-AFB5-EEE7C2666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87F244-48F5-33EC-629E-59C6966C4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AB004-F700-0943-A2E6-EDA73E101F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4953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ADCE5D-6ABD-1B77-97C2-A82718B8FA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D262-ABC5-E32A-ADF6-0BD389721E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5A12AF-4DD3-572F-2140-9484B3F42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A1545-5244-C14E-9E0F-201938DB3827}" type="datetimeFigureOut">
              <a:rPr lang="de-DE" smtClean="0"/>
              <a:t>02.06.26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7BFB01-A434-F3BC-9BA8-9BE83CB26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02545A-E513-10AA-EBCB-29AED54FF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AB004-F700-0943-A2E6-EDA73E101F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8954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02A246-5D15-481C-0E92-599931390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E9CA3B-0DB8-ECD7-2657-1DBE3F5CCD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917604-7385-7623-2F24-0725C745D3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0A1545-5244-C14E-9E0F-201938DB3827}" type="datetimeFigureOut">
              <a:rPr lang="de-DE" smtClean="0"/>
              <a:t>02.06.26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9B0290-54F2-0824-110F-623EC63C93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94C0A5-D08B-2D6A-9F85-2DB6CA9C47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4AB004-F700-0943-A2E6-EDA73E101F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8233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44A195B-136F-97BA-A247-71D4912192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0050" y="908050"/>
            <a:ext cx="6311900" cy="50419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8B55150-7C71-EB1F-C7B9-86E7BF205A02}"/>
              </a:ext>
            </a:extLst>
          </p:cNvPr>
          <p:cNvSpPr/>
          <p:nvPr/>
        </p:nvSpPr>
        <p:spPr>
          <a:xfrm>
            <a:off x="2940050" y="908050"/>
            <a:ext cx="6311900" cy="5041899"/>
          </a:xfrm>
          <a:prstGeom prst="rect">
            <a:avLst/>
          </a:prstGeom>
          <a:solidFill>
            <a:schemeClr val="accent1">
              <a:alpha val="25000"/>
            </a:schemeClr>
          </a:solidFill>
          <a:ln w="254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D04619-998C-0BFF-DE75-AB6A429E230E}"/>
              </a:ext>
            </a:extLst>
          </p:cNvPr>
          <p:cNvSpPr txBox="1"/>
          <p:nvPr/>
        </p:nvSpPr>
        <p:spPr>
          <a:xfrm>
            <a:off x="5613400" y="6177211"/>
            <a:ext cx="965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 err="1"/>
              <a:t>JFrame</a:t>
            </a:r>
            <a:endParaRPr lang="de-DE" sz="2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F33FC00-2E83-AF05-8679-7F72B0256162}"/>
              </a:ext>
            </a:extLst>
          </p:cNvPr>
          <p:cNvSpPr/>
          <p:nvPr/>
        </p:nvSpPr>
        <p:spPr>
          <a:xfrm>
            <a:off x="2973493" y="947737"/>
            <a:ext cx="1219624" cy="4957763"/>
          </a:xfrm>
          <a:prstGeom prst="rect">
            <a:avLst/>
          </a:prstGeom>
          <a:solidFill>
            <a:schemeClr val="accent3">
              <a:alpha val="25000"/>
            </a:schemeClr>
          </a:solidFill>
          <a:ln w="254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CA0799-64E0-951B-EFA3-599365B8D582}"/>
              </a:ext>
            </a:extLst>
          </p:cNvPr>
          <p:cNvSpPr/>
          <p:nvPr/>
        </p:nvSpPr>
        <p:spPr>
          <a:xfrm>
            <a:off x="2973493" y="1019387"/>
            <a:ext cx="626957" cy="121920"/>
          </a:xfrm>
          <a:prstGeom prst="rect">
            <a:avLst/>
          </a:prstGeom>
          <a:solidFill>
            <a:srgbClr val="FF0000">
              <a:alpha val="25099"/>
            </a:srgbClr>
          </a:solidFill>
          <a:ln w="127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DD82CED-6DF6-26C2-935A-C2AFD7D34C09}"/>
              </a:ext>
            </a:extLst>
          </p:cNvPr>
          <p:cNvSpPr/>
          <p:nvPr/>
        </p:nvSpPr>
        <p:spPr>
          <a:xfrm>
            <a:off x="2973493" y="1141307"/>
            <a:ext cx="626957" cy="115147"/>
          </a:xfrm>
          <a:prstGeom prst="rect">
            <a:avLst/>
          </a:prstGeom>
          <a:solidFill>
            <a:srgbClr val="FF0000">
              <a:alpha val="24682"/>
            </a:srgbClr>
          </a:solidFill>
          <a:ln w="127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9952DD-4EEE-734A-0325-2BADF407C4A7}"/>
              </a:ext>
            </a:extLst>
          </p:cNvPr>
          <p:cNvSpPr txBox="1"/>
          <p:nvPr/>
        </p:nvSpPr>
        <p:spPr>
          <a:xfrm>
            <a:off x="2209258" y="994843"/>
            <a:ext cx="6154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err="1"/>
              <a:t>JLabel</a:t>
            </a:r>
            <a:endParaRPr lang="de-DE" sz="1200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9FAE702-8E54-BCE0-DC51-5EBBC1C2D117}"/>
              </a:ext>
            </a:extLst>
          </p:cNvPr>
          <p:cNvCxnSpPr>
            <a:cxnSpLocks/>
          </p:cNvCxnSpPr>
          <p:nvPr/>
        </p:nvCxnSpPr>
        <p:spPr>
          <a:xfrm flipV="1">
            <a:off x="2709333" y="1080347"/>
            <a:ext cx="264160" cy="52996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F8F1431-4874-A050-BE55-AB2B9BE17CD0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2709333" y="1149271"/>
            <a:ext cx="264160" cy="4961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CFB5401-D953-41AF-70A5-58A03FF4C5BD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6096000" y="5949949"/>
            <a:ext cx="0" cy="36618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4F75680-3197-33B5-A60B-065903F84CCB}"/>
              </a:ext>
            </a:extLst>
          </p:cNvPr>
          <p:cNvSpPr txBox="1"/>
          <p:nvPr/>
        </p:nvSpPr>
        <p:spPr>
          <a:xfrm>
            <a:off x="3211661" y="6188103"/>
            <a:ext cx="743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 err="1"/>
              <a:t>JPanel</a:t>
            </a:r>
            <a:endParaRPr lang="de-DE" sz="1600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9ADC764-C08B-E8A2-7F30-6CC17F2ED6CD}"/>
              </a:ext>
            </a:extLst>
          </p:cNvPr>
          <p:cNvCxnSpPr>
            <a:cxnSpLocks/>
            <a:stCxn id="22" idx="0"/>
            <a:endCxn id="9" idx="2"/>
          </p:cNvCxnSpPr>
          <p:nvPr/>
        </p:nvCxnSpPr>
        <p:spPr>
          <a:xfrm flipV="1">
            <a:off x="3583305" y="5905500"/>
            <a:ext cx="0" cy="282603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FCE6B49C-FAEC-64C2-EDEC-29DAC7C4896A}"/>
              </a:ext>
            </a:extLst>
          </p:cNvPr>
          <p:cNvSpPr/>
          <p:nvPr/>
        </p:nvSpPr>
        <p:spPr>
          <a:xfrm>
            <a:off x="2973493" y="1833418"/>
            <a:ext cx="1188428" cy="193964"/>
          </a:xfrm>
          <a:prstGeom prst="rect">
            <a:avLst/>
          </a:prstGeom>
          <a:solidFill>
            <a:srgbClr val="002060">
              <a:alpha val="25000"/>
            </a:srgbClr>
          </a:solidFill>
          <a:ln w="127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DCB5BE7-54BC-1CBD-098B-63DDD28B0566}"/>
              </a:ext>
            </a:extLst>
          </p:cNvPr>
          <p:cNvSpPr/>
          <p:nvPr/>
        </p:nvSpPr>
        <p:spPr>
          <a:xfrm>
            <a:off x="2973492" y="1621289"/>
            <a:ext cx="1188429" cy="193964"/>
          </a:xfrm>
          <a:prstGeom prst="rect">
            <a:avLst/>
          </a:prstGeom>
          <a:solidFill>
            <a:srgbClr val="002060">
              <a:alpha val="25000"/>
            </a:srgbClr>
          </a:solidFill>
          <a:ln w="127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472DBBA-5222-181C-9A2D-DFD069E3576A}"/>
              </a:ext>
            </a:extLst>
          </p:cNvPr>
          <p:cNvSpPr/>
          <p:nvPr/>
        </p:nvSpPr>
        <p:spPr>
          <a:xfrm>
            <a:off x="2973492" y="1399617"/>
            <a:ext cx="1200749" cy="193964"/>
          </a:xfrm>
          <a:prstGeom prst="rect">
            <a:avLst/>
          </a:prstGeom>
          <a:solidFill>
            <a:srgbClr val="002060">
              <a:alpha val="25000"/>
            </a:srgbClr>
          </a:solidFill>
          <a:ln w="127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7331E4B-58F9-7398-DCAD-6292734D4676}"/>
              </a:ext>
            </a:extLst>
          </p:cNvPr>
          <p:cNvSpPr/>
          <p:nvPr/>
        </p:nvSpPr>
        <p:spPr>
          <a:xfrm>
            <a:off x="2973493" y="2062018"/>
            <a:ext cx="1188428" cy="193964"/>
          </a:xfrm>
          <a:prstGeom prst="rect">
            <a:avLst/>
          </a:prstGeom>
          <a:solidFill>
            <a:srgbClr val="002060">
              <a:alpha val="25000"/>
            </a:srgbClr>
          </a:solidFill>
          <a:ln w="127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D136641-A9CE-948E-9B2B-B40F819E22ED}"/>
              </a:ext>
            </a:extLst>
          </p:cNvPr>
          <p:cNvSpPr/>
          <p:nvPr/>
        </p:nvSpPr>
        <p:spPr>
          <a:xfrm>
            <a:off x="2973493" y="2290618"/>
            <a:ext cx="1188428" cy="193964"/>
          </a:xfrm>
          <a:prstGeom prst="rect">
            <a:avLst/>
          </a:prstGeom>
          <a:solidFill>
            <a:srgbClr val="002060">
              <a:alpha val="25000"/>
            </a:srgbClr>
          </a:solidFill>
          <a:ln w="127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A2F1C87-63BB-311E-B236-F28690F947E4}"/>
              </a:ext>
            </a:extLst>
          </p:cNvPr>
          <p:cNvSpPr/>
          <p:nvPr/>
        </p:nvSpPr>
        <p:spPr>
          <a:xfrm>
            <a:off x="2977803" y="2500745"/>
            <a:ext cx="1184118" cy="193964"/>
          </a:xfrm>
          <a:prstGeom prst="rect">
            <a:avLst/>
          </a:prstGeom>
          <a:solidFill>
            <a:srgbClr val="002060">
              <a:alpha val="25000"/>
            </a:srgbClr>
          </a:solidFill>
          <a:ln w="127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8E8923E-C66F-3223-E55E-87F64F4F9AD7}"/>
              </a:ext>
            </a:extLst>
          </p:cNvPr>
          <p:cNvSpPr/>
          <p:nvPr/>
        </p:nvSpPr>
        <p:spPr>
          <a:xfrm>
            <a:off x="2973493" y="2706254"/>
            <a:ext cx="1200748" cy="193964"/>
          </a:xfrm>
          <a:prstGeom prst="rect">
            <a:avLst/>
          </a:prstGeom>
          <a:solidFill>
            <a:srgbClr val="002060">
              <a:alpha val="25000"/>
            </a:srgbClr>
          </a:solidFill>
          <a:ln w="127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BEBC4BA-A682-43C7-6895-F17FF76A7F80}"/>
              </a:ext>
            </a:extLst>
          </p:cNvPr>
          <p:cNvSpPr/>
          <p:nvPr/>
        </p:nvSpPr>
        <p:spPr>
          <a:xfrm>
            <a:off x="2973493" y="2919661"/>
            <a:ext cx="1188428" cy="193964"/>
          </a:xfrm>
          <a:prstGeom prst="rect">
            <a:avLst/>
          </a:prstGeom>
          <a:solidFill>
            <a:srgbClr val="002060">
              <a:alpha val="25000"/>
            </a:srgbClr>
          </a:solidFill>
          <a:ln w="127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ABEDBE4-A941-DF65-8DE6-AF36D5A14F09}"/>
              </a:ext>
            </a:extLst>
          </p:cNvPr>
          <p:cNvSpPr/>
          <p:nvPr/>
        </p:nvSpPr>
        <p:spPr>
          <a:xfrm>
            <a:off x="2973493" y="5643341"/>
            <a:ext cx="1184118" cy="193964"/>
          </a:xfrm>
          <a:prstGeom prst="rect">
            <a:avLst/>
          </a:prstGeom>
          <a:solidFill>
            <a:srgbClr val="002060">
              <a:alpha val="25000"/>
            </a:srgbClr>
          </a:solidFill>
          <a:ln w="127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8D780D0-C1FD-FA63-DEA4-BE23C050F324}"/>
              </a:ext>
            </a:extLst>
          </p:cNvPr>
          <p:cNvSpPr/>
          <p:nvPr/>
        </p:nvSpPr>
        <p:spPr>
          <a:xfrm>
            <a:off x="2973493" y="5439186"/>
            <a:ext cx="1184118" cy="193964"/>
          </a:xfrm>
          <a:prstGeom prst="rect">
            <a:avLst/>
          </a:prstGeom>
          <a:solidFill>
            <a:srgbClr val="002060">
              <a:alpha val="25000"/>
            </a:srgbClr>
          </a:solidFill>
          <a:ln w="127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5ADF390-5666-5E51-6915-F6EA2D984E94}"/>
              </a:ext>
            </a:extLst>
          </p:cNvPr>
          <p:cNvSpPr/>
          <p:nvPr/>
        </p:nvSpPr>
        <p:spPr>
          <a:xfrm>
            <a:off x="2975978" y="5236711"/>
            <a:ext cx="1184118" cy="193964"/>
          </a:xfrm>
          <a:prstGeom prst="rect">
            <a:avLst/>
          </a:prstGeom>
          <a:solidFill>
            <a:srgbClr val="002060">
              <a:alpha val="25000"/>
            </a:srgbClr>
          </a:solidFill>
          <a:ln w="127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D5E4DAF-B38B-9AD7-667A-708B32297156}"/>
              </a:ext>
            </a:extLst>
          </p:cNvPr>
          <p:cNvSpPr txBox="1"/>
          <p:nvPr/>
        </p:nvSpPr>
        <p:spPr>
          <a:xfrm>
            <a:off x="1299987" y="3288118"/>
            <a:ext cx="1104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err="1"/>
              <a:t>JToggleButton</a:t>
            </a:r>
            <a:endParaRPr lang="de-DE" sz="1200" dirty="0"/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6B76C2C3-6077-2450-92ED-D629FECAB301}"/>
              </a:ext>
            </a:extLst>
          </p:cNvPr>
          <p:cNvCxnSpPr>
            <a:cxnSpLocks/>
            <a:stCxn id="44" idx="3"/>
            <a:endCxn id="30" idx="1"/>
          </p:cNvCxnSpPr>
          <p:nvPr/>
        </p:nvCxnSpPr>
        <p:spPr>
          <a:xfrm flipV="1">
            <a:off x="2404510" y="1496599"/>
            <a:ext cx="568982" cy="1930019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1C3564A5-61D5-2753-96F7-27874428F33C}"/>
              </a:ext>
            </a:extLst>
          </p:cNvPr>
          <p:cNvCxnSpPr>
            <a:cxnSpLocks/>
            <a:stCxn id="44" idx="3"/>
          </p:cNvCxnSpPr>
          <p:nvPr/>
        </p:nvCxnSpPr>
        <p:spPr>
          <a:xfrm flipV="1">
            <a:off x="2404510" y="1718271"/>
            <a:ext cx="568983" cy="170834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F95195DB-EB3F-C2ED-1216-855DDFA0C0D7}"/>
              </a:ext>
            </a:extLst>
          </p:cNvPr>
          <p:cNvCxnSpPr>
            <a:cxnSpLocks/>
            <a:stCxn id="44" idx="3"/>
          </p:cNvCxnSpPr>
          <p:nvPr/>
        </p:nvCxnSpPr>
        <p:spPr>
          <a:xfrm flipV="1">
            <a:off x="2404510" y="1930400"/>
            <a:ext cx="568983" cy="1496218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FD1B8FF-37F9-49C8-6A2A-A9FDC0D57FE8}"/>
              </a:ext>
            </a:extLst>
          </p:cNvPr>
          <p:cNvCxnSpPr>
            <a:cxnSpLocks/>
            <a:stCxn id="44" idx="3"/>
          </p:cNvCxnSpPr>
          <p:nvPr/>
        </p:nvCxnSpPr>
        <p:spPr>
          <a:xfrm flipV="1">
            <a:off x="2404510" y="2159000"/>
            <a:ext cx="568983" cy="1267618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306C9756-47FB-B5E5-59B4-AA6A495CBAC3}"/>
              </a:ext>
            </a:extLst>
          </p:cNvPr>
          <p:cNvCxnSpPr>
            <a:cxnSpLocks/>
            <a:stCxn id="44" idx="3"/>
            <a:endCxn id="32" idx="1"/>
          </p:cNvCxnSpPr>
          <p:nvPr/>
        </p:nvCxnSpPr>
        <p:spPr>
          <a:xfrm flipV="1">
            <a:off x="2404510" y="2387600"/>
            <a:ext cx="568983" cy="1039018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8F21164F-4284-F580-7690-0CAB5734FAC9}"/>
              </a:ext>
            </a:extLst>
          </p:cNvPr>
          <p:cNvCxnSpPr>
            <a:cxnSpLocks/>
            <a:stCxn id="44" idx="3"/>
            <a:endCxn id="33" idx="1"/>
          </p:cNvCxnSpPr>
          <p:nvPr/>
        </p:nvCxnSpPr>
        <p:spPr>
          <a:xfrm flipV="1">
            <a:off x="2404510" y="2597727"/>
            <a:ext cx="573293" cy="82889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B8BD1C75-4D04-A6B1-1D80-6A58E5C04623}"/>
              </a:ext>
            </a:extLst>
          </p:cNvPr>
          <p:cNvCxnSpPr>
            <a:cxnSpLocks/>
            <a:stCxn id="44" idx="3"/>
            <a:endCxn id="34" idx="1"/>
          </p:cNvCxnSpPr>
          <p:nvPr/>
        </p:nvCxnSpPr>
        <p:spPr>
          <a:xfrm flipV="1">
            <a:off x="2404510" y="2803236"/>
            <a:ext cx="568983" cy="62338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EFC73232-D4EF-D54E-F405-FD645547E2B5}"/>
              </a:ext>
            </a:extLst>
          </p:cNvPr>
          <p:cNvCxnSpPr>
            <a:cxnSpLocks/>
            <a:stCxn id="44" idx="3"/>
          </p:cNvCxnSpPr>
          <p:nvPr/>
        </p:nvCxnSpPr>
        <p:spPr>
          <a:xfrm flipV="1">
            <a:off x="2404510" y="3016643"/>
            <a:ext cx="568983" cy="40997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606FF7E1-7639-F018-BBF9-38DC7195A398}"/>
              </a:ext>
            </a:extLst>
          </p:cNvPr>
          <p:cNvCxnSpPr>
            <a:cxnSpLocks/>
            <a:stCxn id="44" idx="3"/>
            <a:endCxn id="38" idx="1"/>
          </p:cNvCxnSpPr>
          <p:nvPr/>
        </p:nvCxnSpPr>
        <p:spPr>
          <a:xfrm>
            <a:off x="2404510" y="3426618"/>
            <a:ext cx="571468" cy="190707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F8E35B95-B4C4-6B0B-A969-0D1EABD29A56}"/>
              </a:ext>
            </a:extLst>
          </p:cNvPr>
          <p:cNvCxnSpPr>
            <a:cxnSpLocks/>
            <a:stCxn id="44" idx="3"/>
            <a:endCxn id="37" idx="1"/>
          </p:cNvCxnSpPr>
          <p:nvPr/>
        </p:nvCxnSpPr>
        <p:spPr>
          <a:xfrm>
            <a:off x="2404510" y="3426618"/>
            <a:ext cx="568983" cy="210955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992D3AC0-69DC-A6D0-5E70-0339310E7E17}"/>
              </a:ext>
            </a:extLst>
          </p:cNvPr>
          <p:cNvCxnSpPr>
            <a:cxnSpLocks/>
            <a:stCxn id="44" idx="3"/>
            <a:endCxn id="36" idx="1"/>
          </p:cNvCxnSpPr>
          <p:nvPr/>
        </p:nvCxnSpPr>
        <p:spPr>
          <a:xfrm>
            <a:off x="2404510" y="3426618"/>
            <a:ext cx="568983" cy="23137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9" name="Rectangle 78">
            <a:extLst>
              <a:ext uri="{FF2B5EF4-FFF2-40B4-BE49-F238E27FC236}">
                <a16:creationId xmlns:a16="http://schemas.microsoft.com/office/drawing/2014/main" id="{B64BA3CB-38DD-2DD5-CCD8-A3C3C6E8207C}"/>
              </a:ext>
            </a:extLst>
          </p:cNvPr>
          <p:cNvSpPr/>
          <p:nvPr/>
        </p:nvSpPr>
        <p:spPr>
          <a:xfrm>
            <a:off x="4226560" y="952319"/>
            <a:ext cx="4991947" cy="246561"/>
          </a:xfrm>
          <a:prstGeom prst="rect">
            <a:avLst/>
          </a:prstGeom>
          <a:solidFill>
            <a:schemeClr val="accent1">
              <a:alpha val="25000"/>
            </a:schemeClr>
          </a:solidFill>
          <a:ln w="254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10361A9-5D3E-1C2B-3A07-36DA71967DE7}"/>
              </a:ext>
            </a:extLst>
          </p:cNvPr>
          <p:cNvSpPr txBox="1"/>
          <p:nvPr/>
        </p:nvSpPr>
        <p:spPr>
          <a:xfrm>
            <a:off x="5893113" y="330858"/>
            <a:ext cx="743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 err="1"/>
              <a:t>JPanel</a:t>
            </a:r>
            <a:endParaRPr lang="de-DE" sz="1600" dirty="0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4C8E0A70-5C12-0254-0CFE-97E6BAC9E106}"/>
              </a:ext>
            </a:extLst>
          </p:cNvPr>
          <p:cNvCxnSpPr>
            <a:stCxn id="80" idx="2"/>
            <a:endCxn id="79" idx="0"/>
          </p:cNvCxnSpPr>
          <p:nvPr/>
        </p:nvCxnSpPr>
        <p:spPr>
          <a:xfrm>
            <a:off x="6264757" y="669412"/>
            <a:ext cx="457777" cy="2829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4" name="Rectangle 83">
            <a:extLst>
              <a:ext uri="{FF2B5EF4-FFF2-40B4-BE49-F238E27FC236}">
                <a16:creationId xmlns:a16="http://schemas.microsoft.com/office/drawing/2014/main" id="{7F9FFB07-C1EA-2161-270D-B7C3145733B3}"/>
              </a:ext>
            </a:extLst>
          </p:cNvPr>
          <p:cNvSpPr/>
          <p:nvPr/>
        </p:nvSpPr>
        <p:spPr>
          <a:xfrm>
            <a:off x="4301776" y="994843"/>
            <a:ext cx="346030" cy="138499"/>
          </a:xfrm>
          <a:prstGeom prst="rect">
            <a:avLst/>
          </a:prstGeom>
          <a:solidFill>
            <a:srgbClr val="FF0000">
              <a:alpha val="25099"/>
            </a:srgbClr>
          </a:solidFill>
          <a:ln w="127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613A0D1B-02AF-5E92-6C1C-5A86B4EA8C80}"/>
              </a:ext>
            </a:extLst>
          </p:cNvPr>
          <p:cNvSpPr/>
          <p:nvPr/>
        </p:nvSpPr>
        <p:spPr>
          <a:xfrm>
            <a:off x="8539142" y="976858"/>
            <a:ext cx="626957" cy="168929"/>
          </a:xfrm>
          <a:prstGeom prst="rect">
            <a:avLst/>
          </a:prstGeom>
          <a:solidFill>
            <a:srgbClr val="FF0000">
              <a:alpha val="25099"/>
            </a:srgbClr>
          </a:solidFill>
          <a:ln w="127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8B23AC24-3B6C-8DEC-1F04-0B9AFBB5BB6B}"/>
              </a:ext>
            </a:extLst>
          </p:cNvPr>
          <p:cNvSpPr txBox="1"/>
          <p:nvPr/>
        </p:nvSpPr>
        <p:spPr>
          <a:xfrm>
            <a:off x="4876235" y="548103"/>
            <a:ext cx="6154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err="1"/>
              <a:t>JLabel</a:t>
            </a:r>
            <a:endParaRPr lang="de-DE" sz="1200" dirty="0"/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CAC340DF-89E3-5B55-E10A-55D2910AA1B2}"/>
              </a:ext>
            </a:extLst>
          </p:cNvPr>
          <p:cNvCxnSpPr>
            <a:cxnSpLocks/>
            <a:stCxn id="84" idx="0"/>
            <a:endCxn id="88" idx="2"/>
          </p:cNvCxnSpPr>
          <p:nvPr/>
        </p:nvCxnSpPr>
        <p:spPr>
          <a:xfrm flipV="1">
            <a:off x="4474791" y="825102"/>
            <a:ext cx="709161" cy="16974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8029B32E-D799-D54B-BFD5-B41B7BE742C1}"/>
              </a:ext>
            </a:extLst>
          </p:cNvPr>
          <p:cNvSpPr txBox="1"/>
          <p:nvPr/>
        </p:nvSpPr>
        <p:spPr>
          <a:xfrm>
            <a:off x="8348169" y="560512"/>
            <a:ext cx="6154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err="1"/>
              <a:t>JLabel</a:t>
            </a:r>
            <a:endParaRPr lang="de-DE" sz="1200" dirty="0"/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9C9E23BE-7A61-750E-C5B4-95C76C242F39}"/>
              </a:ext>
            </a:extLst>
          </p:cNvPr>
          <p:cNvCxnSpPr>
            <a:cxnSpLocks/>
            <a:stCxn id="94" idx="2"/>
            <a:endCxn id="85" idx="0"/>
          </p:cNvCxnSpPr>
          <p:nvPr/>
        </p:nvCxnSpPr>
        <p:spPr>
          <a:xfrm>
            <a:off x="8655886" y="837511"/>
            <a:ext cx="196735" cy="13934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8" name="Rectangle 97">
            <a:extLst>
              <a:ext uri="{FF2B5EF4-FFF2-40B4-BE49-F238E27FC236}">
                <a16:creationId xmlns:a16="http://schemas.microsoft.com/office/drawing/2014/main" id="{D2518CE4-A69A-963F-681A-98AD68B7DE91}"/>
              </a:ext>
            </a:extLst>
          </p:cNvPr>
          <p:cNvSpPr/>
          <p:nvPr/>
        </p:nvSpPr>
        <p:spPr>
          <a:xfrm>
            <a:off x="7691325" y="978914"/>
            <a:ext cx="192505" cy="154428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BCA90A19-7EB6-0F09-E9F5-FC7979B389C8}"/>
              </a:ext>
            </a:extLst>
          </p:cNvPr>
          <p:cNvSpPr/>
          <p:nvPr/>
        </p:nvSpPr>
        <p:spPr>
          <a:xfrm>
            <a:off x="7970520" y="978914"/>
            <a:ext cx="192505" cy="154428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240AACE2-596E-F51B-010C-66DD4E868753}"/>
              </a:ext>
            </a:extLst>
          </p:cNvPr>
          <p:cNvSpPr txBox="1"/>
          <p:nvPr/>
        </p:nvSpPr>
        <p:spPr>
          <a:xfrm>
            <a:off x="6881844" y="330858"/>
            <a:ext cx="7049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err="1"/>
              <a:t>JButton</a:t>
            </a:r>
            <a:endParaRPr lang="de-DE" sz="1200" dirty="0"/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E0ACC010-A252-E27A-10CB-988986D3450E}"/>
              </a:ext>
            </a:extLst>
          </p:cNvPr>
          <p:cNvCxnSpPr>
            <a:cxnSpLocks/>
            <a:stCxn id="98" idx="0"/>
            <a:endCxn id="100" idx="2"/>
          </p:cNvCxnSpPr>
          <p:nvPr/>
        </p:nvCxnSpPr>
        <p:spPr>
          <a:xfrm flipH="1" flipV="1">
            <a:off x="7234323" y="607857"/>
            <a:ext cx="553255" cy="37105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12A0E107-C733-5C25-B90D-3AA058B6D15F}"/>
              </a:ext>
            </a:extLst>
          </p:cNvPr>
          <p:cNvCxnSpPr>
            <a:cxnSpLocks/>
            <a:stCxn id="99" idx="0"/>
            <a:endCxn id="100" idx="2"/>
          </p:cNvCxnSpPr>
          <p:nvPr/>
        </p:nvCxnSpPr>
        <p:spPr>
          <a:xfrm flipH="1" flipV="1">
            <a:off x="7234323" y="607857"/>
            <a:ext cx="832450" cy="37105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5" name="Rectangle 104">
            <a:extLst>
              <a:ext uri="{FF2B5EF4-FFF2-40B4-BE49-F238E27FC236}">
                <a16:creationId xmlns:a16="http://schemas.microsoft.com/office/drawing/2014/main" id="{18C87917-ECC5-9D89-20D1-C90A29408918}"/>
              </a:ext>
            </a:extLst>
          </p:cNvPr>
          <p:cNvSpPr/>
          <p:nvPr/>
        </p:nvSpPr>
        <p:spPr>
          <a:xfrm>
            <a:off x="4321272" y="1326097"/>
            <a:ext cx="675425" cy="208015"/>
          </a:xfrm>
          <a:prstGeom prst="rect">
            <a:avLst/>
          </a:prstGeom>
          <a:solidFill>
            <a:srgbClr val="FF0000">
              <a:alpha val="25099"/>
            </a:srgbClr>
          </a:solidFill>
          <a:ln w="127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8B6F3B02-703C-F9B6-8C1F-D27084C009FC}"/>
              </a:ext>
            </a:extLst>
          </p:cNvPr>
          <p:cNvSpPr/>
          <p:nvPr/>
        </p:nvSpPr>
        <p:spPr>
          <a:xfrm>
            <a:off x="4226559" y="1241405"/>
            <a:ext cx="4987633" cy="4664096"/>
          </a:xfrm>
          <a:prstGeom prst="rect">
            <a:avLst/>
          </a:prstGeom>
          <a:solidFill>
            <a:schemeClr val="accent3">
              <a:alpha val="25000"/>
            </a:schemeClr>
          </a:solidFill>
          <a:ln w="254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FCBB2E48-89A1-E7A1-6E9B-04F63BA1A368}"/>
              </a:ext>
            </a:extLst>
          </p:cNvPr>
          <p:cNvSpPr/>
          <p:nvPr/>
        </p:nvSpPr>
        <p:spPr>
          <a:xfrm>
            <a:off x="4321272" y="1534112"/>
            <a:ext cx="1455483" cy="127217"/>
          </a:xfrm>
          <a:prstGeom prst="rect">
            <a:avLst/>
          </a:prstGeom>
          <a:solidFill>
            <a:srgbClr val="FF0000">
              <a:alpha val="25099"/>
            </a:srgbClr>
          </a:solidFill>
          <a:ln w="127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8A87B4A3-EE75-8DF4-E626-FDD9ACC94BBA}"/>
              </a:ext>
            </a:extLst>
          </p:cNvPr>
          <p:cNvCxnSpPr>
            <a:stCxn id="105" idx="0"/>
            <a:endCxn id="88" idx="2"/>
          </p:cNvCxnSpPr>
          <p:nvPr/>
        </p:nvCxnSpPr>
        <p:spPr>
          <a:xfrm flipV="1">
            <a:off x="4658985" y="825102"/>
            <a:ext cx="524967" cy="50099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A2027E80-5C3A-EB2C-8C0D-BD9D1DE0D75B}"/>
              </a:ext>
            </a:extLst>
          </p:cNvPr>
          <p:cNvCxnSpPr>
            <a:stCxn id="106" idx="0"/>
            <a:endCxn id="88" idx="2"/>
          </p:cNvCxnSpPr>
          <p:nvPr/>
        </p:nvCxnSpPr>
        <p:spPr>
          <a:xfrm flipV="1">
            <a:off x="5049014" y="825102"/>
            <a:ext cx="134938" cy="70901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6512C751-7334-4D06-E2D8-7D3AA7A7916A}"/>
              </a:ext>
            </a:extLst>
          </p:cNvPr>
          <p:cNvCxnSpPr>
            <a:stCxn id="80" idx="2"/>
            <a:endCxn id="113" idx="0"/>
          </p:cNvCxnSpPr>
          <p:nvPr/>
        </p:nvCxnSpPr>
        <p:spPr>
          <a:xfrm>
            <a:off x="6264757" y="669412"/>
            <a:ext cx="455619" cy="571993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0" name="Rectangle 119">
            <a:extLst>
              <a:ext uri="{FF2B5EF4-FFF2-40B4-BE49-F238E27FC236}">
                <a16:creationId xmlns:a16="http://schemas.microsoft.com/office/drawing/2014/main" id="{0106D64E-4643-6A59-85D5-DD658657C466}"/>
              </a:ext>
            </a:extLst>
          </p:cNvPr>
          <p:cNvSpPr/>
          <p:nvPr/>
        </p:nvSpPr>
        <p:spPr>
          <a:xfrm>
            <a:off x="6372382" y="1423216"/>
            <a:ext cx="750581" cy="238113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8D1D4042-5618-3CD8-F17C-F090E6027677}"/>
              </a:ext>
            </a:extLst>
          </p:cNvPr>
          <p:cNvSpPr/>
          <p:nvPr/>
        </p:nvSpPr>
        <p:spPr>
          <a:xfrm>
            <a:off x="7161941" y="1423216"/>
            <a:ext cx="849721" cy="238113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D7A2F26D-C000-4F89-0FCF-F6744B7287D9}"/>
              </a:ext>
            </a:extLst>
          </p:cNvPr>
          <p:cNvSpPr/>
          <p:nvPr/>
        </p:nvSpPr>
        <p:spPr>
          <a:xfrm>
            <a:off x="8057468" y="1423216"/>
            <a:ext cx="1110918" cy="238113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A1F573C3-2199-B220-1124-37DAF9512AA5}"/>
              </a:ext>
            </a:extLst>
          </p:cNvPr>
          <p:cNvCxnSpPr>
            <a:stCxn id="100" idx="2"/>
            <a:endCxn id="120" idx="0"/>
          </p:cNvCxnSpPr>
          <p:nvPr/>
        </p:nvCxnSpPr>
        <p:spPr>
          <a:xfrm flipH="1">
            <a:off x="6747673" y="607857"/>
            <a:ext cx="486650" cy="815359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2493B598-1101-0927-378C-609C468D40AB}"/>
              </a:ext>
            </a:extLst>
          </p:cNvPr>
          <p:cNvCxnSpPr>
            <a:stCxn id="100" idx="2"/>
            <a:endCxn id="123" idx="0"/>
          </p:cNvCxnSpPr>
          <p:nvPr/>
        </p:nvCxnSpPr>
        <p:spPr>
          <a:xfrm>
            <a:off x="7234323" y="607857"/>
            <a:ext cx="352479" cy="815359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9D3A6DCD-ACCF-48BE-5D66-EC8979DC4BEE}"/>
              </a:ext>
            </a:extLst>
          </p:cNvPr>
          <p:cNvCxnSpPr>
            <a:stCxn id="100" idx="2"/>
            <a:endCxn id="124" idx="0"/>
          </p:cNvCxnSpPr>
          <p:nvPr/>
        </p:nvCxnSpPr>
        <p:spPr>
          <a:xfrm>
            <a:off x="7234323" y="607857"/>
            <a:ext cx="1378604" cy="815359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7" name="Rectangle 136">
            <a:extLst>
              <a:ext uri="{FF2B5EF4-FFF2-40B4-BE49-F238E27FC236}">
                <a16:creationId xmlns:a16="http://schemas.microsoft.com/office/drawing/2014/main" id="{D865A2DA-5D83-B1A5-0B47-D541F6FEC1D6}"/>
              </a:ext>
            </a:extLst>
          </p:cNvPr>
          <p:cNvSpPr/>
          <p:nvPr/>
        </p:nvSpPr>
        <p:spPr>
          <a:xfrm>
            <a:off x="4321272" y="1687839"/>
            <a:ext cx="675425" cy="188812"/>
          </a:xfrm>
          <a:prstGeom prst="rect">
            <a:avLst/>
          </a:prstGeom>
          <a:solidFill>
            <a:schemeClr val="tx2">
              <a:alpha val="25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FDCBFD77-E42D-7F91-7BCA-6FA11B230638}"/>
              </a:ext>
            </a:extLst>
          </p:cNvPr>
          <p:cNvSpPr/>
          <p:nvPr/>
        </p:nvSpPr>
        <p:spPr>
          <a:xfrm>
            <a:off x="5048070" y="1684177"/>
            <a:ext cx="312923" cy="188812"/>
          </a:xfrm>
          <a:prstGeom prst="rect">
            <a:avLst/>
          </a:prstGeom>
          <a:solidFill>
            <a:schemeClr val="tx2">
              <a:alpha val="25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C5FB370D-0149-A71E-64A6-2D3C3FF9881E}"/>
              </a:ext>
            </a:extLst>
          </p:cNvPr>
          <p:cNvSpPr txBox="1"/>
          <p:nvPr/>
        </p:nvSpPr>
        <p:spPr>
          <a:xfrm>
            <a:off x="5313148" y="1252403"/>
            <a:ext cx="10810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err="1"/>
              <a:t>JTabbedPane</a:t>
            </a:r>
            <a:endParaRPr lang="de-DE" sz="1200" dirty="0"/>
          </a:p>
        </p:txBody>
      </p: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423880BE-48F8-1F9B-070E-60190CAA2A73}"/>
              </a:ext>
            </a:extLst>
          </p:cNvPr>
          <p:cNvCxnSpPr>
            <a:cxnSpLocks/>
            <a:stCxn id="137" idx="0"/>
          </p:cNvCxnSpPr>
          <p:nvPr/>
        </p:nvCxnSpPr>
        <p:spPr>
          <a:xfrm flipV="1">
            <a:off x="4658985" y="1467704"/>
            <a:ext cx="957176" cy="22013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18C9D875-552D-4F8E-744C-EE4802BC62BD}"/>
              </a:ext>
            </a:extLst>
          </p:cNvPr>
          <p:cNvCxnSpPr>
            <a:cxnSpLocks/>
            <a:stCxn id="140" idx="0"/>
          </p:cNvCxnSpPr>
          <p:nvPr/>
        </p:nvCxnSpPr>
        <p:spPr>
          <a:xfrm flipV="1">
            <a:off x="5204532" y="1467703"/>
            <a:ext cx="404280" cy="21647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0" name="Rectangle 169">
            <a:extLst>
              <a:ext uri="{FF2B5EF4-FFF2-40B4-BE49-F238E27FC236}">
                <a16:creationId xmlns:a16="http://schemas.microsoft.com/office/drawing/2014/main" id="{C3D4B195-98E3-715B-6212-CA1F00164FA1}"/>
              </a:ext>
            </a:extLst>
          </p:cNvPr>
          <p:cNvSpPr/>
          <p:nvPr/>
        </p:nvSpPr>
        <p:spPr>
          <a:xfrm>
            <a:off x="4321273" y="1947479"/>
            <a:ext cx="4892920" cy="246561"/>
          </a:xfrm>
          <a:prstGeom prst="rect">
            <a:avLst/>
          </a:prstGeom>
          <a:solidFill>
            <a:schemeClr val="accent1">
              <a:alpha val="25000"/>
            </a:schemeClr>
          </a:solidFill>
          <a:ln w="254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64DDEE04-9AE3-5DCE-A4D2-984B026A5DCF}"/>
              </a:ext>
            </a:extLst>
          </p:cNvPr>
          <p:cNvSpPr/>
          <p:nvPr/>
        </p:nvSpPr>
        <p:spPr>
          <a:xfrm>
            <a:off x="6492566" y="1994684"/>
            <a:ext cx="517099" cy="164316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DF4BB97D-AEB3-6CA3-A14F-4D6ABC3FB0C8}"/>
              </a:ext>
            </a:extLst>
          </p:cNvPr>
          <p:cNvSpPr/>
          <p:nvPr/>
        </p:nvSpPr>
        <p:spPr>
          <a:xfrm>
            <a:off x="7043107" y="2000334"/>
            <a:ext cx="517099" cy="164316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CDF35C28-D7BB-9F18-D8BE-0C410A0FB87C}"/>
              </a:ext>
            </a:extLst>
          </p:cNvPr>
          <p:cNvSpPr/>
          <p:nvPr/>
        </p:nvSpPr>
        <p:spPr>
          <a:xfrm>
            <a:off x="8539142" y="1994684"/>
            <a:ext cx="565947" cy="164316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C4DDA228-0305-D44E-0518-8C388ABDB28B}"/>
              </a:ext>
            </a:extLst>
          </p:cNvPr>
          <p:cNvCxnSpPr>
            <a:stCxn id="100" idx="2"/>
            <a:endCxn id="161" idx="0"/>
          </p:cNvCxnSpPr>
          <p:nvPr/>
        </p:nvCxnSpPr>
        <p:spPr>
          <a:xfrm flipH="1">
            <a:off x="6751116" y="607857"/>
            <a:ext cx="483207" cy="138682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D4B11C2C-19D2-ADCE-0865-B3EA03C114DE}"/>
              </a:ext>
            </a:extLst>
          </p:cNvPr>
          <p:cNvCxnSpPr>
            <a:stCxn id="100" idx="2"/>
            <a:endCxn id="162" idx="0"/>
          </p:cNvCxnSpPr>
          <p:nvPr/>
        </p:nvCxnSpPr>
        <p:spPr>
          <a:xfrm>
            <a:off x="7234323" y="607857"/>
            <a:ext cx="67334" cy="139247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D421B265-B3F4-641F-3617-4E01344D61B3}"/>
              </a:ext>
            </a:extLst>
          </p:cNvPr>
          <p:cNvCxnSpPr>
            <a:stCxn id="100" idx="2"/>
            <a:endCxn id="163" idx="0"/>
          </p:cNvCxnSpPr>
          <p:nvPr/>
        </p:nvCxnSpPr>
        <p:spPr>
          <a:xfrm>
            <a:off x="7234323" y="607857"/>
            <a:ext cx="1587793" cy="138682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AEF4E133-7881-64ED-1D87-ACF402110B71}"/>
              </a:ext>
            </a:extLst>
          </p:cNvPr>
          <p:cNvCxnSpPr>
            <a:cxnSpLocks/>
            <a:stCxn id="80" idx="2"/>
          </p:cNvCxnSpPr>
          <p:nvPr/>
        </p:nvCxnSpPr>
        <p:spPr>
          <a:xfrm>
            <a:off x="6264757" y="669412"/>
            <a:ext cx="61499" cy="1260988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5" name="Rectangle 174">
            <a:extLst>
              <a:ext uri="{FF2B5EF4-FFF2-40B4-BE49-F238E27FC236}">
                <a16:creationId xmlns:a16="http://schemas.microsoft.com/office/drawing/2014/main" id="{9CCEFEEC-3CE9-9C9F-8C4E-8C828A437892}"/>
              </a:ext>
            </a:extLst>
          </p:cNvPr>
          <p:cNvSpPr/>
          <p:nvPr/>
        </p:nvSpPr>
        <p:spPr>
          <a:xfrm>
            <a:off x="4426985" y="1994684"/>
            <a:ext cx="1301107" cy="164316"/>
          </a:xfrm>
          <a:prstGeom prst="rect">
            <a:avLst/>
          </a:prstGeom>
          <a:solidFill>
            <a:srgbClr val="FFC000">
              <a:alpha val="25000"/>
            </a:srgb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6EB3CBEF-BEB7-AC07-75FC-EC956B27E793}"/>
              </a:ext>
            </a:extLst>
          </p:cNvPr>
          <p:cNvSpPr txBox="1"/>
          <p:nvPr/>
        </p:nvSpPr>
        <p:spPr>
          <a:xfrm>
            <a:off x="5463511" y="1684177"/>
            <a:ext cx="8118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err="1"/>
              <a:t>JTextField</a:t>
            </a:r>
            <a:endParaRPr lang="de-DE" sz="1200" dirty="0"/>
          </a:p>
        </p:txBody>
      </p: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D905614F-6CB1-B739-3150-D91C9EB2721A}"/>
              </a:ext>
            </a:extLst>
          </p:cNvPr>
          <p:cNvCxnSpPr>
            <a:cxnSpLocks/>
            <a:stCxn id="175" idx="0"/>
          </p:cNvCxnSpPr>
          <p:nvPr/>
        </p:nvCxnSpPr>
        <p:spPr>
          <a:xfrm flipV="1">
            <a:off x="5077539" y="1895311"/>
            <a:ext cx="609612" cy="99373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5" name="Rectangle 184">
            <a:extLst>
              <a:ext uri="{FF2B5EF4-FFF2-40B4-BE49-F238E27FC236}">
                <a16:creationId xmlns:a16="http://schemas.microsoft.com/office/drawing/2014/main" id="{ADC3E514-07C4-D77E-9526-BAE9B7E6194D}"/>
              </a:ext>
            </a:extLst>
          </p:cNvPr>
          <p:cNvSpPr/>
          <p:nvPr/>
        </p:nvSpPr>
        <p:spPr>
          <a:xfrm>
            <a:off x="4321273" y="2289657"/>
            <a:ext cx="4892920" cy="453626"/>
          </a:xfrm>
          <a:prstGeom prst="rect">
            <a:avLst/>
          </a:prstGeom>
          <a:solidFill>
            <a:schemeClr val="accent1">
              <a:alpha val="25000"/>
            </a:schemeClr>
          </a:solidFill>
          <a:ln w="254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F35C94FA-89F7-453B-2557-0294CD33863A}"/>
              </a:ext>
            </a:extLst>
          </p:cNvPr>
          <p:cNvSpPr/>
          <p:nvPr/>
        </p:nvSpPr>
        <p:spPr>
          <a:xfrm>
            <a:off x="4321273" y="2819358"/>
            <a:ext cx="4892920" cy="468760"/>
          </a:xfrm>
          <a:prstGeom prst="rect">
            <a:avLst/>
          </a:prstGeom>
          <a:solidFill>
            <a:schemeClr val="accent1">
              <a:alpha val="25000"/>
            </a:schemeClr>
          </a:solidFill>
          <a:ln w="254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8FCD22B1-7906-502D-4989-C21CFA3D7206}"/>
              </a:ext>
            </a:extLst>
          </p:cNvPr>
          <p:cNvSpPr/>
          <p:nvPr/>
        </p:nvSpPr>
        <p:spPr>
          <a:xfrm>
            <a:off x="4321273" y="3346595"/>
            <a:ext cx="4892920" cy="470662"/>
          </a:xfrm>
          <a:prstGeom prst="rect">
            <a:avLst/>
          </a:prstGeom>
          <a:solidFill>
            <a:schemeClr val="accent1">
              <a:alpha val="25000"/>
            </a:schemeClr>
          </a:solidFill>
          <a:ln w="254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CB656D32-BAE0-13AA-E66D-3804B4897BC7}"/>
              </a:ext>
            </a:extLst>
          </p:cNvPr>
          <p:cNvSpPr/>
          <p:nvPr/>
        </p:nvSpPr>
        <p:spPr>
          <a:xfrm>
            <a:off x="4321273" y="3868057"/>
            <a:ext cx="4892920" cy="464457"/>
          </a:xfrm>
          <a:prstGeom prst="rect">
            <a:avLst/>
          </a:prstGeom>
          <a:solidFill>
            <a:schemeClr val="accent1">
              <a:alpha val="25000"/>
            </a:schemeClr>
          </a:solidFill>
          <a:ln w="254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958AF082-510A-D511-F929-280D33CD156B}"/>
              </a:ext>
            </a:extLst>
          </p:cNvPr>
          <p:cNvSpPr/>
          <p:nvPr/>
        </p:nvSpPr>
        <p:spPr>
          <a:xfrm>
            <a:off x="4321273" y="4380155"/>
            <a:ext cx="4892920" cy="470662"/>
          </a:xfrm>
          <a:prstGeom prst="rect">
            <a:avLst/>
          </a:prstGeom>
          <a:solidFill>
            <a:schemeClr val="accent1">
              <a:alpha val="25000"/>
            </a:schemeClr>
          </a:solidFill>
          <a:ln w="254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A7948731-6B75-4325-21D2-7521C218A562}"/>
              </a:ext>
            </a:extLst>
          </p:cNvPr>
          <p:cNvSpPr txBox="1"/>
          <p:nvPr/>
        </p:nvSpPr>
        <p:spPr>
          <a:xfrm>
            <a:off x="10054795" y="3118841"/>
            <a:ext cx="743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 err="1"/>
              <a:t>JPanel</a:t>
            </a:r>
            <a:endParaRPr lang="de-DE" sz="1600" dirty="0"/>
          </a:p>
        </p:txBody>
      </p: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B7C6AED5-9B47-D211-C01D-520FF8296EC6}"/>
              </a:ext>
            </a:extLst>
          </p:cNvPr>
          <p:cNvCxnSpPr>
            <a:cxnSpLocks/>
            <a:stCxn id="190" idx="1"/>
            <a:endCxn id="189" idx="3"/>
          </p:cNvCxnSpPr>
          <p:nvPr/>
        </p:nvCxnSpPr>
        <p:spPr>
          <a:xfrm flipH="1">
            <a:off x="9214193" y="3288118"/>
            <a:ext cx="840602" cy="1327368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8" name="Rectangle 207">
            <a:extLst>
              <a:ext uri="{FF2B5EF4-FFF2-40B4-BE49-F238E27FC236}">
                <a16:creationId xmlns:a16="http://schemas.microsoft.com/office/drawing/2014/main" id="{3B0B09DF-E565-CAFB-AF40-5F1D6C41D38A}"/>
              </a:ext>
            </a:extLst>
          </p:cNvPr>
          <p:cNvSpPr/>
          <p:nvPr/>
        </p:nvSpPr>
        <p:spPr>
          <a:xfrm>
            <a:off x="4459144" y="2459228"/>
            <a:ext cx="346030" cy="138499"/>
          </a:xfrm>
          <a:prstGeom prst="rect">
            <a:avLst/>
          </a:prstGeom>
          <a:solidFill>
            <a:srgbClr val="FF0000">
              <a:alpha val="25099"/>
            </a:srgbClr>
          </a:solidFill>
          <a:ln w="127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CB5C08A5-065B-49F8-03EF-926BAED7E619}"/>
              </a:ext>
            </a:extLst>
          </p:cNvPr>
          <p:cNvSpPr/>
          <p:nvPr/>
        </p:nvSpPr>
        <p:spPr>
          <a:xfrm>
            <a:off x="4474791" y="2985361"/>
            <a:ext cx="346030" cy="138499"/>
          </a:xfrm>
          <a:prstGeom prst="rect">
            <a:avLst/>
          </a:prstGeom>
          <a:solidFill>
            <a:srgbClr val="FF0000">
              <a:alpha val="25099"/>
            </a:srgbClr>
          </a:solidFill>
          <a:ln w="127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93518E57-EE0C-506F-709E-9CB433872BFA}"/>
              </a:ext>
            </a:extLst>
          </p:cNvPr>
          <p:cNvSpPr/>
          <p:nvPr/>
        </p:nvSpPr>
        <p:spPr>
          <a:xfrm>
            <a:off x="4474791" y="3524633"/>
            <a:ext cx="346030" cy="138499"/>
          </a:xfrm>
          <a:prstGeom prst="rect">
            <a:avLst/>
          </a:prstGeom>
          <a:solidFill>
            <a:srgbClr val="FF0000">
              <a:alpha val="25099"/>
            </a:srgbClr>
          </a:solidFill>
          <a:ln w="127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484361CA-C61B-BE62-B037-75E0B4C2FD7A}"/>
              </a:ext>
            </a:extLst>
          </p:cNvPr>
          <p:cNvSpPr/>
          <p:nvPr/>
        </p:nvSpPr>
        <p:spPr>
          <a:xfrm>
            <a:off x="4474791" y="4010460"/>
            <a:ext cx="346030" cy="138499"/>
          </a:xfrm>
          <a:prstGeom prst="rect">
            <a:avLst/>
          </a:prstGeom>
          <a:solidFill>
            <a:srgbClr val="FF0000">
              <a:alpha val="25099"/>
            </a:srgbClr>
          </a:solidFill>
          <a:ln w="127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922B423B-996B-6010-3FFC-2DAC6A320DD5}"/>
              </a:ext>
            </a:extLst>
          </p:cNvPr>
          <p:cNvSpPr/>
          <p:nvPr/>
        </p:nvSpPr>
        <p:spPr>
          <a:xfrm>
            <a:off x="4474791" y="4544195"/>
            <a:ext cx="346030" cy="138499"/>
          </a:xfrm>
          <a:prstGeom prst="rect">
            <a:avLst/>
          </a:prstGeom>
          <a:solidFill>
            <a:srgbClr val="FF0000">
              <a:alpha val="25099"/>
            </a:srgbClr>
          </a:solidFill>
          <a:ln w="127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0550B831-4A22-DF15-2B92-BFD90EB446A5}"/>
              </a:ext>
            </a:extLst>
          </p:cNvPr>
          <p:cNvSpPr/>
          <p:nvPr/>
        </p:nvSpPr>
        <p:spPr>
          <a:xfrm>
            <a:off x="4996696" y="2369552"/>
            <a:ext cx="1099304" cy="149395"/>
          </a:xfrm>
          <a:prstGeom prst="rect">
            <a:avLst/>
          </a:prstGeom>
          <a:solidFill>
            <a:srgbClr val="FF0000">
              <a:alpha val="25099"/>
            </a:srgbClr>
          </a:solidFill>
          <a:ln w="127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8215C493-F23F-2D30-C712-5A7822C233AF}"/>
              </a:ext>
            </a:extLst>
          </p:cNvPr>
          <p:cNvSpPr/>
          <p:nvPr/>
        </p:nvSpPr>
        <p:spPr>
          <a:xfrm>
            <a:off x="4996697" y="2867941"/>
            <a:ext cx="1099304" cy="149395"/>
          </a:xfrm>
          <a:prstGeom prst="rect">
            <a:avLst/>
          </a:prstGeom>
          <a:solidFill>
            <a:srgbClr val="FF0000">
              <a:alpha val="25099"/>
            </a:srgbClr>
          </a:solidFill>
          <a:ln w="127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6E44C15E-6E7A-26DB-D03A-D694D6D47925}"/>
              </a:ext>
            </a:extLst>
          </p:cNvPr>
          <p:cNvSpPr/>
          <p:nvPr/>
        </p:nvSpPr>
        <p:spPr>
          <a:xfrm>
            <a:off x="4996697" y="3410926"/>
            <a:ext cx="1099304" cy="149395"/>
          </a:xfrm>
          <a:prstGeom prst="rect">
            <a:avLst/>
          </a:prstGeom>
          <a:solidFill>
            <a:srgbClr val="FF0000">
              <a:alpha val="25099"/>
            </a:srgbClr>
          </a:solidFill>
          <a:ln w="127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8E8E8E7F-23BA-DDA4-9236-F2B67BA28DCF}"/>
              </a:ext>
            </a:extLst>
          </p:cNvPr>
          <p:cNvSpPr/>
          <p:nvPr/>
        </p:nvSpPr>
        <p:spPr>
          <a:xfrm>
            <a:off x="4996697" y="3922599"/>
            <a:ext cx="1099304" cy="149395"/>
          </a:xfrm>
          <a:prstGeom prst="rect">
            <a:avLst/>
          </a:prstGeom>
          <a:solidFill>
            <a:srgbClr val="FF0000">
              <a:alpha val="25099"/>
            </a:srgbClr>
          </a:solidFill>
          <a:ln w="127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07FF887A-F2E7-BA8D-ED6C-306C18F7BA20}"/>
              </a:ext>
            </a:extLst>
          </p:cNvPr>
          <p:cNvSpPr/>
          <p:nvPr/>
        </p:nvSpPr>
        <p:spPr>
          <a:xfrm>
            <a:off x="4996696" y="4481393"/>
            <a:ext cx="1099304" cy="149395"/>
          </a:xfrm>
          <a:prstGeom prst="rect">
            <a:avLst/>
          </a:prstGeom>
          <a:solidFill>
            <a:srgbClr val="FF0000">
              <a:alpha val="25099"/>
            </a:srgbClr>
          </a:solidFill>
          <a:ln w="127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19345EA9-2D8D-BBA4-E028-76FCC52F9236}"/>
              </a:ext>
            </a:extLst>
          </p:cNvPr>
          <p:cNvSpPr/>
          <p:nvPr/>
        </p:nvSpPr>
        <p:spPr>
          <a:xfrm>
            <a:off x="4996696" y="2527395"/>
            <a:ext cx="494973" cy="149395"/>
          </a:xfrm>
          <a:prstGeom prst="rect">
            <a:avLst/>
          </a:prstGeom>
          <a:solidFill>
            <a:srgbClr val="FF0000">
              <a:alpha val="25099"/>
            </a:srgbClr>
          </a:solidFill>
          <a:ln w="127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BED404AD-AD89-AE01-40B0-73C3D1581BD0}"/>
              </a:ext>
            </a:extLst>
          </p:cNvPr>
          <p:cNvSpPr/>
          <p:nvPr/>
        </p:nvSpPr>
        <p:spPr>
          <a:xfrm>
            <a:off x="5546348" y="2527395"/>
            <a:ext cx="549652" cy="149395"/>
          </a:xfrm>
          <a:prstGeom prst="rect">
            <a:avLst/>
          </a:prstGeom>
          <a:solidFill>
            <a:srgbClr val="FF0000">
              <a:alpha val="25099"/>
            </a:srgbClr>
          </a:solidFill>
          <a:ln w="127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51CBC801-30CC-4745-6A83-DF9BFE645A05}"/>
              </a:ext>
            </a:extLst>
          </p:cNvPr>
          <p:cNvSpPr/>
          <p:nvPr/>
        </p:nvSpPr>
        <p:spPr>
          <a:xfrm>
            <a:off x="4996696" y="3032432"/>
            <a:ext cx="494973" cy="178016"/>
          </a:xfrm>
          <a:prstGeom prst="rect">
            <a:avLst/>
          </a:prstGeom>
          <a:solidFill>
            <a:srgbClr val="FF0000">
              <a:alpha val="25099"/>
            </a:srgbClr>
          </a:solidFill>
          <a:ln w="127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CB75561B-9F10-709B-69CC-FC7BD5282DCB}"/>
              </a:ext>
            </a:extLst>
          </p:cNvPr>
          <p:cNvSpPr/>
          <p:nvPr/>
        </p:nvSpPr>
        <p:spPr>
          <a:xfrm>
            <a:off x="4991917" y="3573453"/>
            <a:ext cx="494973" cy="149395"/>
          </a:xfrm>
          <a:prstGeom prst="rect">
            <a:avLst/>
          </a:prstGeom>
          <a:solidFill>
            <a:srgbClr val="FF0000">
              <a:alpha val="25099"/>
            </a:srgbClr>
          </a:solidFill>
          <a:ln w="127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47280F34-F67E-21C8-32F1-425FA5C89ADA}"/>
              </a:ext>
            </a:extLst>
          </p:cNvPr>
          <p:cNvSpPr/>
          <p:nvPr/>
        </p:nvSpPr>
        <p:spPr>
          <a:xfrm>
            <a:off x="4996697" y="4076516"/>
            <a:ext cx="534921" cy="178961"/>
          </a:xfrm>
          <a:prstGeom prst="rect">
            <a:avLst/>
          </a:prstGeom>
          <a:solidFill>
            <a:srgbClr val="FF0000">
              <a:alpha val="25099"/>
            </a:srgbClr>
          </a:solidFill>
          <a:ln w="127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8A99D0EF-CBEB-EA29-43AF-5F5C685F2257}"/>
              </a:ext>
            </a:extLst>
          </p:cNvPr>
          <p:cNvSpPr/>
          <p:nvPr/>
        </p:nvSpPr>
        <p:spPr>
          <a:xfrm>
            <a:off x="4996696" y="4633014"/>
            <a:ext cx="494973" cy="149395"/>
          </a:xfrm>
          <a:prstGeom prst="rect">
            <a:avLst/>
          </a:prstGeom>
          <a:solidFill>
            <a:srgbClr val="FF0000">
              <a:alpha val="25099"/>
            </a:srgbClr>
          </a:solidFill>
          <a:ln w="127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74C16095-0D12-D8DD-5898-B367F8A0133A}"/>
              </a:ext>
            </a:extLst>
          </p:cNvPr>
          <p:cNvSpPr/>
          <p:nvPr/>
        </p:nvSpPr>
        <p:spPr>
          <a:xfrm>
            <a:off x="5560358" y="3016745"/>
            <a:ext cx="535642" cy="203343"/>
          </a:xfrm>
          <a:prstGeom prst="rect">
            <a:avLst/>
          </a:prstGeom>
          <a:solidFill>
            <a:srgbClr val="FF0000">
              <a:alpha val="25099"/>
            </a:srgbClr>
          </a:solidFill>
          <a:ln w="127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716DC0FE-D246-FF47-F906-B7D6044A2A57}"/>
              </a:ext>
            </a:extLst>
          </p:cNvPr>
          <p:cNvSpPr/>
          <p:nvPr/>
        </p:nvSpPr>
        <p:spPr>
          <a:xfrm>
            <a:off x="5560358" y="3565117"/>
            <a:ext cx="535642" cy="171235"/>
          </a:xfrm>
          <a:prstGeom prst="rect">
            <a:avLst/>
          </a:prstGeom>
          <a:solidFill>
            <a:srgbClr val="FF0000">
              <a:alpha val="25099"/>
            </a:srgbClr>
          </a:solidFill>
          <a:ln w="127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B3B6B86C-1957-E670-CBFA-F2962C72FDAF}"/>
              </a:ext>
            </a:extLst>
          </p:cNvPr>
          <p:cNvSpPr/>
          <p:nvPr/>
        </p:nvSpPr>
        <p:spPr>
          <a:xfrm>
            <a:off x="5560358" y="4070419"/>
            <a:ext cx="535642" cy="203343"/>
          </a:xfrm>
          <a:prstGeom prst="rect">
            <a:avLst/>
          </a:prstGeom>
          <a:solidFill>
            <a:srgbClr val="FF0000">
              <a:alpha val="25099"/>
            </a:srgbClr>
          </a:solidFill>
          <a:ln w="127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236F053E-62CF-1D4F-C3D2-A0C16CC8E7D5}"/>
              </a:ext>
            </a:extLst>
          </p:cNvPr>
          <p:cNvSpPr/>
          <p:nvPr/>
        </p:nvSpPr>
        <p:spPr>
          <a:xfrm>
            <a:off x="5560358" y="4630436"/>
            <a:ext cx="535642" cy="164696"/>
          </a:xfrm>
          <a:prstGeom prst="rect">
            <a:avLst/>
          </a:prstGeom>
          <a:solidFill>
            <a:srgbClr val="FF0000">
              <a:alpha val="25099"/>
            </a:srgbClr>
          </a:solidFill>
          <a:ln w="127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4741E0B2-A44A-F19A-0626-0554531A3A35}"/>
              </a:ext>
            </a:extLst>
          </p:cNvPr>
          <p:cNvSpPr/>
          <p:nvPr/>
        </p:nvSpPr>
        <p:spPr>
          <a:xfrm>
            <a:off x="6482983" y="2468182"/>
            <a:ext cx="398861" cy="125147"/>
          </a:xfrm>
          <a:prstGeom prst="rect">
            <a:avLst/>
          </a:prstGeom>
          <a:solidFill>
            <a:srgbClr val="FF0000">
              <a:alpha val="25099"/>
            </a:srgbClr>
          </a:solidFill>
          <a:ln w="127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ED8B1BBF-3F59-01C1-3A09-2EAFD1B75385}"/>
              </a:ext>
            </a:extLst>
          </p:cNvPr>
          <p:cNvSpPr/>
          <p:nvPr/>
        </p:nvSpPr>
        <p:spPr>
          <a:xfrm>
            <a:off x="6482983" y="2994212"/>
            <a:ext cx="398861" cy="125147"/>
          </a:xfrm>
          <a:prstGeom prst="rect">
            <a:avLst/>
          </a:prstGeom>
          <a:solidFill>
            <a:srgbClr val="FF0000">
              <a:alpha val="25099"/>
            </a:srgbClr>
          </a:solidFill>
          <a:ln w="127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80519EA1-04BF-29B0-ED7B-723B7586ABCA}"/>
              </a:ext>
            </a:extLst>
          </p:cNvPr>
          <p:cNvSpPr/>
          <p:nvPr/>
        </p:nvSpPr>
        <p:spPr>
          <a:xfrm>
            <a:off x="6482983" y="3510879"/>
            <a:ext cx="398861" cy="125147"/>
          </a:xfrm>
          <a:prstGeom prst="rect">
            <a:avLst/>
          </a:prstGeom>
          <a:solidFill>
            <a:srgbClr val="FF0000">
              <a:alpha val="25099"/>
            </a:srgbClr>
          </a:solidFill>
          <a:ln w="127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8808EC54-2BA4-267D-5952-EAA8524C1BCE}"/>
              </a:ext>
            </a:extLst>
          </p:cNvPr>
          <p:cNvSpPr/>
          <p:nvPr/>
        </p:nvSpPr>
        <p:spPr>
          <a:xfrm>
            <a:off x="6482983" y="4034821"/>
            <a:ext cx="398861" cy="125147"/>
          </a:xfrm>
          <a:prstGeom prst="rect">
            <a:avLst/>
          </a:prstGeom>
          <a:solidFill>
            <a:srgbClr val="FF0000">
              <a:alpha val="25099"/>
            </a:srgbClr>
          </a:solidFill>
          <a:ln w="127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01855060-7EDA-24DD-357C-A43562AD9867}"/>
              </a:ext>
            </a:extLst>
          </p:cNvPr>
          <p:cNvSpPr/>
          <p:nvPr/>
        </p:nvSpPr>
        <p:spPr>
          <a:xfrm>
            <a:off x="6482983" y="4561209"/>
            <a:ext cx="398861" cy="125147"/>
          </a:xfrm>
          <a:prstGeom prst="rect">
            <a:avLst/>
          </a:prstGeom>
          <a:solidFill>
            <a:srgbClr val="FF0000">
              <a:alpha val="25099"/>
            </a:srgbClr>
          </a:solidFill>
          <a:ln w="127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26BD3CB9-050D-12BC-AD1E-88FE69CD300A}"/>
              </a:ext>
            </a:extLst>
          </p:cNvPr>
          <p:cNvCxnSpPr>
            <a:cxnSpLocks/>
            <a:stCxn id="190" idx="1"/>
            <a:endCxn id="185" idx="3"/>
          </p:cNvCxnSpPr>
          <p:nvPr/>
        </p:nvCxnSpPr>
        <p:spPr>
          <a:xfrm flipH="1" flipV="1">
            <a:off x="9214193" y="2516470"/>
            <a:ext cx="840602" cy="771648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4FB09FCD-8B02-E52C-CE80-A9C5AFFAB1BB}"/>
              </a:ext>
            </a:extLst>
          </p:cNvPr>
          <p:cNvCxnSpPr>
            <a:cxnSpLocks/>
            <a:stCxn id="190" idx="1"/>
            <a:endCxn id="186" idx="3"/>
          </p:cNvCxnSpPr>
          <p:nvPr/>
        </p:nvCxnSpPr>
        <p:spPr>
          <a:xfrm flipH="1" flipV="1">
            <a:off x="9214193" y="3053738"/>
            <a:ext cx="840602" cy="23438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557D13F7-266F-A1F9-1BF4-185C68BADAA4}"/>
              </a:ext>
            </a:extLst>
          </p:cNvPr>
          <p:cNvCxnSpPr>
            <a:cxnSpLocks/>
            <a:stCxn id="190" idx="1"/>
            <a:endCxn id="187" idx="3"/>
          </p:cNvCxnSpPr>
          <p:nvPr/>
        </p:nvCxnSpPr>
        <p:spPr>
          <a:xfrm flipH="1">
            <a:off x="9214193" y="3288118"/>
            <a:ext cx="840602" cy="293808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79CB724B-5E2F-E907-005A-4B075AF966DF}"/>
              </a:ext>
            </a:extLst>
          </p:cNvPr>
          <p:cNvCxnSpPr>
            <a:cxnSpLocks/>
            <a:stCxn id="190" idx="1"/>
            <a:endCxn id="188" idx="3"/>
          </p:cNvCxnSpPr>
          <p:nvPr/>
        </p:nvCxnSpPr>
        <p:spPr>
          <a:xfrm flipH="1">
            <a:off x="9214193" y="3288118"/>
            <a:ext cx="840602" cy="812168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3" name="Rectangle 232">
            <a:extLst>
              <a:ext uri="{FF2B5EF4-FFF2-40B4-BE49-F238E27FC236}">
                <a16:creationId xmlns:a16="http://schemas.microsoft.com/office/drawing/2014/main" id="{32C110E3-B30B-7CC4-A5F5-4645614250D8}"/>
              </a:ext>
            </a:extLst>
          </p:cNvPr>
          <p:cNvSpPr/>
          <p:nvPr/>
        </p:nvSpPr>
        <p:spPr>
          <a:xfrm>
            <a:off x="8311739" y="978914"/>
            <a:ext cx="227403" cy="158152"/>
          </a:xfrm>
          <a:prstGeom prst="rect">
            <a:avLst/>
          </a:prstGeom>
          <a:solidFill>
            <a:srgbClr val="FF0000">
              <a:alpha val="25099"/>
            </a:srgbClr>
          </a:solidFill>
          <a:ln w="127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37" name="Straight Connector 236">
            <a:extLst>
              <a:ext uri="{FF2B5EF4-FFF2-40B4-BE49-F238E27FC236}">
                <a16:creationId xmlns:a16="http://schemas.microsoft.com/office/drawing/2014/main" id="{CDFBDD5B-45EF-A7E1-5C36-A27CE379B7A9}"/>
              </a:ext>
            </a:extLst>
          </p:cNvPr>
          <p:cNvCxnSpPr>
            <a:stCxn id="94" idx="2"/>
            <a:endCxn id="233" idx="0"/>
          </p:cNvCxnSpPr>
          <p:nvPr/>
        </p:nvCxnSpPr>
        <p:spPr>
          <a:xfrm flipH="1">
            <a:off x="8425441" y="837511"/>
            <a:ext cx="230445" cy="141403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0" name="Rectangle 239">
            <a:extLst>
              <a:ext uri="{FF2B5EF4-FFF2-40B4-BE49-F238E27FC236}">
                <a16:creationId xmlns:a16="http://schemas.microsoft.com/office/drawing/2014/main" id="{695AF741-47AE-96D1-90B4-A8638B83F20F}"/>
              </a:ext>
            </a:extLst>
          </p:cNvPr>
          <p:cNvSpPr/>
          <p:nvPr/>
        </p:nvSpPr>
        <p:spPr>
          <a:xfrm>
            <a:off x="8377881" y="2409928"/>
            <a:ext cx="278005" cy="229888"/>
          </a:xfrm>
          <a:prstGeom prst="rect">
            <a:avLst/>
          </a:prstGeom>
          <a:solidFill>
            <a:srgbClr val="FF0000">
              <a:alpha val="25099"/>
            </a:srgbClr>
          </a:solidFill>
          <a:ln w="127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C194DAF6-8F8F-6407-4939-C3298C9D93CB}"/>
              </a:ext>
            </a:extLst>
          </p:cNvPr>
          <p:cNvSpPr/>
          <p:nvPr/>
        </p:nvSpPr>
        <p:spPr>
          <a:xfrm>
            <a:off x="8490856" y="2942639"/>
            <a:ext cx="174123" cy="195978"/>
          </a:xfrm>
          <a:prstGeom prst="rect">
            <a:avLst/>
          </a:prstGeom>
          <a:solidFill>
            <a:srgbClr val="FF0000">
              <a:alpha val="25099"/>
            </a:srgbClr>
          </a:solidFill>
          <a:ln w="127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E34224AC-42E9-D004-8EE7-3DA5DCA206CB}"/>
              </a:ext>
            </a:extLst>
          </p:cNvPr>
          <p:cNvSpPr/>
          <p:nvPr/>
        </p:nvSpPr>
        <p:spPr>
          <a:xfrm>
            <a:off x="8481763" y="3476425"/>
            <a:ext cx="174123" cy="195978"/>
          </a:xfrm>
          <a:prstGeom prst="rect">
            <a:avLst/>
          </a:prstGeom>
          <a:solidFill>
            <a:srgbClr val="FF0000">
              <a:alpha val="25099"/>
            </a:srgbClr>
          </a:solidFill>
          <a:ln w="127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92AB2AE8-B383-D25F-2ABE-5574BD8D2137}"/>
              </a:ext>
            </a:extLst>
          </p:cNvPr>
          <p:cNvSpPr/>
          <p:nvPr/>
        </p:nvSpPr>
        <p:spPr>
          <a:xfrm>
            <a:off x="8481763" y="4002378"/>
            <a:ext cx="174123" cy="195978"/>
          </a:xfrm>
          <a:prstGeom prst="rect">
            <a:avLst/>
          </a:prstGeom>
          <a:solidFill>
            <a:srgbClr val="FF0000">
              <a:alpha val="25099"/>
            </a:srgbClr>
          </a:solidFill>
          <a:ln w="127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57C72A62-9023-07D1-8080-F663B440D7E7}"/>
              </a:ext>
            </a:extLst>
          </p:cNvPr>
          <p:cNvSpPr/>
          <p:nvPr/>
        </p:nvSpPr>
        <p:spPr>
          <a:xfrm>
            <a:off x="8483902" y="4528423"/>
            <a:ext cx="174123" cy="195978"/>
          </a:xfrm>
          <a:prstGeom prst="rect">
            <a:avLst/>
          </a:prstGeom>
          <a:solidFill>
            <a:srgbClr val="FF0000">
              <a:alpha val="25099"/>
            </a:srgbClr>
          </a:solidFill>
          <a:ln w="127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85" name="Rectangle 584">
            <a:extLst>
              <a:ext uri="{FF2B5EF4-FFF2-40B4-BE49-F238E27FC236}">
                <a16:creationId xmlns:a16="http://schemas.microsoft.com/office/drawing/2014/main" id="{E48F4F8D-8D20-7DCB-4AAF-890A638C430D}"/>
              </a:ext>
            </a:extLst>
          </p:cNvPr>
          <p:cNvSpPr/>
          <p:nvPr/>
        </p:nvSpPr>
        <p:spPr>
          <a:xfrm>
            <a:off x="7093537" y="2432678"/>
            <a:ext cx="1074981" cy="216901"/>
          </a:xfrm>
          <a:prstGeom prst="rect">
            <a:avLst/>
          </a:prstGeom>
          <a:solidFill>
            <a:schemeClr val="accent2">
              <a:lumMod val="60000"/>
              <a:lumOff val="40000"/>
              <a:alpha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E66DCF66-E6F3-0185-7B27-67CC85AFE0A3}"/>
              </a:ext>
            </a:extLst>
          </p:cNvPr>
          <p:cNvSpPr/>
          <p:nvPr/>
        </p:nvSpPr>
        <p:spPr>
          <a:xfrm>
            <a:off x="7113057" y="2942639"/>
            <a:ext cx="1074981" cy="216901"/>
          </a:xfrm>
          <a:prstGeom prst="rect">
            <a:avLst/>
          </a:prstGeom>
          <a:solidFill>
            <a:schemeClr val="accent2">
              <a:lumMod val="60000"/>
              <a:lumOff val="40000"/>
              <a:alpha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03C38074-BD02-EF9B-C0D8-4ECF5FF83B0F}"/>
              </a:ext>
            </a:extLst>
          </p:cNvPr>
          <p:cNvSpPr/>
          <p:nvPr/>
        </p:nvSpPr>
        <p:spPr>
          <a:xfrm>
            <a:off x="7112623" y="3456666"/>
            <a:ext cx="1074981" cy="216901"/>
          </a:xfrm>
          <a:prstGeom prst="rect">
            <a:avLst/>
          </a:prstGeom>
          <a:solidFill>
            <a:schemeClr val="accent2">
              <a:lumMod val="60000"/>
              <a:lumOff val="40000"/>
              <a:alpha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E9F597FC-2F82-B9F9-C0F5-7E88E1C7E3C0}"/>
              </a:ext>
            </a:extLst>
          </p:cNvPr>
          <p:cNvSpPr/>
          <p:nvPr/>
        </p:nvSpPr>
        <p:spPr>
          <a:xfrm>
            <a:off x="7113057" y="3965627"/>
            <a:ext cx="1074981" cy="216901"/>
          </a:xfrm>
          <a:prstGeom prst="rect">
            <a:avLst/>
          </a:prstGeom>
          <a:solidFill>
            <a:schemeClr val="accent2">
              <a:lumMod val="60000"/>
              <a:lumOff val="40000"/>
              <a:alpha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BF5ED632-823F-81B6-B896-67B5DEC0222D}"/>
              </a:ext>
            </a:extLst>
          </p:cNvPr>
          <p:cNvSpPr/>
          <p:nvPr/>
        </p:nvSpPr>
        <p:spPr>
          <a:xfrm>
            <a:off x="7121415" y="4555510"/>
            <a:ext cx="1074981" cy="216901"/>
          </a:xfrm>
          <a:prstGeom prst="rect">
            <a:avLst/>
          </a:prstGeom>
          <a:solidFill>
            <a:schemeClr val="accent2">
              <a:lumMod val="60000"/>
              <a:lumOff val="40000"/>
              <a:alpha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0" name="TextBox 589">
            <a:extLst>
              <a:ext uri="{FF2B5EF4-FFF2-40B4-BE49-F238E27FC236}">
                <a16:creationId xmlns:a16="http://schemas.microsoft.com/office/drawing/2014/main" id="{5D674919-0721-3472-7B7F-F26C103A6F14}"/>
              </a:ext>
            </a:extLst>
          </p:cNvPr>
          <p:cNvSpPr txBox="1"/>
          <p:nvPr/>
        </p:nvSpPr>
        <p:spPr>
          <a:xfrm>
            <a:off x="6344091" y="4959712"/>
            <a:ext cx="10664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err="1"/>
              <a:t>JProgressBar</a:t>
            </a:r>
            <a:endParaRPr lang="de-DE" sz="1200" dirty="0"/>
          </a:p>
        </p:txBody>
      </p:sp>
      <p:cxnSp>
        <p:nvCxnSpPr>
          <p:cNvPr id="592" name="Straight Connector 591">
            <a:extLst>
              <a:ext uri="{FF2B5EF4-FFF2-40B4-BE49-F238E27FC236}">
                <a16:creationId xmlns:a16="http://schemas.microsoft.com/office/drawing/2014/main" id="{C0E0B4A2-4D69-0559-7D0F-C042E84E698B}"/>
              </a:ext>
            </a:extLst>
          </p:cNvPr>
          <p:cNvCxnSpPr>
            <a:cxnSpLocks/>
            <a:stCxn id="590" idx="0"/>
            <a:endCxn id="589" idx="2"/>
          </p:cNvCxnSpPr>
          <p:nvPr/>
        </p:nvCxnSpPr>
        <p:spPr>
          <a:xfrm flipV="1">
            <a:off x="6877327" y="4772411"/>
            <a:ext cx="781579" cy="18730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3" name="Straight Connector 592">
            <a:extLst>
              <a:ext uri="{FF2B5EF4-FFF2-40B4-BE49-F238E27FC236}">
                <a16:creationId xmlns:a16="http://schemas.microsoft.com/office/drawing/2014/main" id="{E1F9BDAE-8BEF-9215-6FDA-500E86EE5257}"/>
              </a:ext>
            </a:extLst>
          </p:cNvPr>
          <p:cNvCxnSpPr>
            <a:cxnSpLocks/>
            <a:stCxn id="590" idx="0"/>
            <a:endCxn id="588" idx="2"/>
          </p:cNvCxnSpPr>
          <p:nvPr/>
        </p:nvCxnSpPr>
        <p:spPr>
          <a:xfrm flipV="1">
            <a:off x="6877327" y="4182528"/>
            <a:ext cx="773221" cy="77718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4" name="Straight Connector 593">
            <a:extLst>
              <a:ext uri="{FF2B5EF4-FFF2-40B4-BE49-F238E27FC236}">
                <a16:creationId xmlns:a16="http://schemas.microsoft.com/office/drawing/2014/main" id="{3EBE1FD9-1114-4050-BA52-1BDE980F43C9}"/>
              </a:ext>
            </a:extLst>
          </p:cNvPr>
          <p:cNvCxnSpPr>
            <a:cxnSpLocks/>
            <a:stCxn id="590" idx="0"/>
            <a:endCxn id="587" idx="2"/>
          </p:cNvCxnSpPr>
          <p:nvPr/>
        </p:nvCxnSpPr>
        <p:spPr>
          <a:xfrm flipV="1">
            <a:off x="6877327" y="3673567"/>
            <a:ext cx="772787" cy="128614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5" name="Straight Connector 594">
            <a:extLst>
              <a:ext uri="{FF2B5EF4-FFF2-40B4-BE49-F238E27FC236}">
                <a16:creationId xmlns:a16="http://schemas.microsoft.com/office/drawing/2014/main" id="{C4BB8A87-CC1D-CF94-C61E-A22CB0EE0D6A}"/>
              </a:ext>
            </a:extLst>
          </p:cNvPr>
          <p:cNvCxnSpPr>
            <a:cxnSpLocks/>
            <a:stCxn id="590" idx="0"/>
            <a:endCxn id="586" idx="2"/>
          </p:cNvCxnSpPr>
          <p:nvPr/>
        </p:nvCxnSpPr>
        <p:spPr>
          <a:xfrm flipV="1">
            <a:off x="6877327" y="3159540"/>
            <a:ext cx="773221" cy="180017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6" name="Straight Connector 595">
            <a:extLst>
              <a:ext uri="{FF2B5EF4-FFF2-40B4-BE49-F238E27FC236}">
                <a16:creationId xmlns:a16="http://schemas.microsoft.com/office/drawing/2014/main" id="{C9912DDB-C6EB-D59C-22DF-CEE9B034709D}"/>
              </a:ext>
            </a:extLst>
          </p:cNvPr>
          <p:cNvCxnSpPr>
            <a:cxnSpLocks/>
            <a:stCxn id="590" idx="0"/>
            <a:endCxn id="585" idx="2"/>
          </p:cNvCxnSpPr>
          <p:nvPr/>
        </p:nvCxnSpPr>
        <p:spPr>
          <a:xfrm flipV="1">
            <a:off x="6877327" y="2649579"/>
            <a:ext cx="753701" cy="2310133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13" name="Rectangle 612">
            <a:extLst>
              <a:ext uri="{FF2B5EF4-FFF2-40B4-BE49-F238E27FC236}">
                <a16:creationId xmlns:a16="http://schemas.microsoft.com/office/drawing/2014/main" id="{0134B1FB-0A38-3D3D-E810-7DA123BE9DB8}"/>
              </a:ext>
            </a:extLst>
          </p:cNvPr>
          <p:cNvSpPr/>
          <p:nvPr/>
        </p:nvSpPr>
        <p:spPr>
          <a:xfrm>
            <a:off x="4352157" y="4950198"/>
            <a:ext cx="1227112" cy="138499"/>
          </a:xfrm>
          <a:prstGeom prst="rect">
            <a:avLst/>
          </a:prstGeom>
          <a:solidFill>
            <a:srgbClr val="FF0000">
              <a:alpha val="25099"/>
            </a:srgbClr>
          </a:solidFill>
          <a:ln w="127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16" name="Rectangle 615">
            <a:extLst>
              <a:ext uri="{FF2B5EF4-FFF2-40B4-BE49-F238E27FC236}">
                <a16:creationId xmlns:a16="http://schemas.microsoft.com/office/drawing/2014/main" id="{DA1024C0-C63A-8940-3A19-8C8854AB2292}"/>
              </a:ext>
            </a:extLst>
          </p:cNvPr>
          <p:cNvSpPr/>
          <p:nvPr/>
        </p:nvSpPr>
        <p:spPr>
          <a:xfrm>
            <a:off x="8397657" y="4940078"/>
            <a:ext cx="180502" cy="164316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D4194013-309B-6129-F51F-B82D26228A35}"/>
              </a:ext>
            </a:extLst>
          </p:cNvPr>
          <p:cNvSpPr/>
          <p:nvPr/>
        </p:nvSpPr>
        <p:spPr>
          <a:xfrm>
            <a:off x="8573216" y="4939671"/>
            <a:ext cx="181037" cy="164316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20" name="Rectangle 619">
            <a:extLst>
              <a:ext uri="{FF2B5EF4-FFF2-40B4-BE49-F238E27FC236}">
                <a16:creationId xmlns:a16="http://schemas.microsoft.com/office/drawing/2014/main" id="{451B3DA1-B686-BF53-C59E-A57664FBC78C}"/>
              </a:ext>
            </a:extLst>
          </p:cNvPr>
          <p:cNvSpPr/>
          <p:nvPr/>
        </p:nvSpPr>
        <p:spPr>
          <a:xfrm>
            <a:off x="8211908" y="4937958"/>
            <a:ext cx="181037" cy="164316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21" name="Rectangle 620">
            <a:extLst>
              <a:ext uri="{FF2B5EF4-FFF2-40B4-BE49-F238E27FC236}">
                <a16:creationId xmlns:a16="http://schemas.microsoft.com/office/drawing/2014/main" id="{1F25A6A3-4B82-48FE-2F78-BE58C8DECD20}"/>
              </a:ext>
            </a:extLst>
          </p:cNvPr>
          <p:cNvSpPr/>
          <p:nvPr/>
        </p:nvSpPr>
        <p:spPr>
          <a:xfrm>
            <a:off x="8754253" y="4939672"/>
            <a:ext cx="181037" cy="164316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22" name="Rectangle 621">
            <a:extLst>
              <a:ext uri="{FF2B5EF4-FFF2-40B4-BE49-F238E27FC236}">
                <a16:creationId xmlns:a16="http://schemas.microsoft.com/office/drawing/2014/main" id="{2C887C4F-973D-3F88-5A1B-B8E126E364BD}"/>
              </a:ext>
            </a:extLst>
          </p:cNvPr>
          <p:cNvSpPr/>
          <p:nvPr/>
        </p:nvSpPr>
        <p:spPr>
          <a:xfrm>
            <a:off x="8942637" y="4937959"/>
            <a:ext cx="181037" cy="164316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23" name="TextBox 622">
            <a:extLst>
              <a:ext uri="{FF2B5EF4-FFF2-40B4-BE49-F238E27FC236}">
                <a16:creationId xmlns:a16="http://schemas.microsoft.com/office/drawing/2014/main" id="{96E55FE7-5395-E512-9370-4F239C976139}"/>
              </a:ext>
            </a:extLst>
          </p:cNvPr>
          <p:cNvSpPr txBox="1"/>
          <p:nvPr/>
        </p:nvSpPr>
        <p:spPr>
          <a:xfrm>
            <a:off x="8302427" y="5366342"/>
            <a:ext cx="7053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err="1"/>
              <a:t>JButton</a:t>
            </a:r>
            <a:endParaRPr lang="de-DE" sz="1200" dirty="0"/>
          </a:p>
        </p:txBody>
      </p:sp>
      <p:cxnSp>
        <p:nvCxnSpPr>
          <p:cNvPr id="626" name="Straight Connector 625">
            <a:extLst>
              <a:ext uri="{FF2B5EF4-FFF2-40B4-BE49-F238E27FC236}">
                <a16:creationId xmlns:a16="http://schemas.microsoft.com/office/drawing/2014/main" id="{F70E7D87-57E8-CCBA-95C3-C719672F25E2}"/>
              </a:ext>
            </a:extLst>
          </p:cNvPr>
          <p:cNvCxnSpPr>
            <a:stCxn id="623" idx="0"/>
            <a:endCxn id="620" idx="2"/>
          </p:cNvCxnSpPr>
          <p:nvPr/>
        </p:nvCxnSpPr>
        <p:spPr>
          <a:xfrm flipH="1" flipV="1">
            <a:off x="8302427" y="5102274"/>
            <a:ext cx="352697" cy="264068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7" name="Straight Connector 626">
            <a:extLst>
              <a:ext uri="{FF2B5EF4-FFF2-40B4-BE49-F238E27FC236}">
                <a16:creationId xmlns:a16="http://schemas.microsoft.com/office/drawing/2014/main" id="{18280750-5053-0578-EF0D-ED5BBD18F1E3}"/>
              </a:ext>
            </a:extLst>
          </p:cNvPr>
          <p:cNvCxnSpPr>
            <a:cxnSpLocks/>
            <a:stCxn id="623" idx="0"/>
            <a:endCxn id="616" idx="2"/>
          </p:cNvCxnSpPr>
          <p:nvPr/>
        </p:nvCxnSpPr>
        <p:spPr>
          <a:xfrm flipH="1" flipV="1">
            <a:off x="8487908" y="5104394"/>
            <a:ext cx="167216" cy="261948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8" name="Straight Connector 627">
            <a:extLst>
              <a:ext uri="{FF2B5EF4-FFF2-40B4-BE49-F238E27FC236}">
                <a16:creationId xmlns:a16="http://schemas.microsoft.com/office/drawing/2014/main" id="{CB5D86DE-6FB1-9D77-8943-D29382396B63}"/>
              </a:ext>
            </a:extLst>
          </p:cNvPr>
          <p:cNvCxnSpPr>
            <a:cxnSpLocks/>
            <a:stCxn id="623" idx="0"/>
            <a:endCxn id="617" idx="2"/>
          </p:cNvCxnSpPr>
          <p:nvPr/>
        </p:nvCxnSpPr>
        <p:spPr>
          <a:xfrm flipV="1">
            <a:off x="8655124" y="5103987"/>
            <a:ext cx="8611" cy="26235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9" name="Straight Connector 628">
            <a:extLst>
              <a:ext uri="{FF2B5EF4-FFF2-40B4-BE49-F238E27FC236}">
                <a16:creationId xmlns:a16="http://schemas.microsoft.com/office/drawing/2014/main" id="{2905E539-72E9-3815-71E8-BE1A2E454D09}"/>
              </a:ext>
            </a:extLst>
          </p:cNvPr>
          <p:cNvCxnSpPr>
            <a:cxnSpLocks/>
            <a:stCxn id="623" idx="0"/>
            <a:endCxn id="621" idx="2"/>
          </p:cNvCxnSpPr>
          <p:nvPr/>
        </p:nvCxnSpPr>
        <p:spPr>
          <a:xfrm flipV="1">
            <a:off x="8655124" y="5103988"/>
            <a:ext cx="189648" cy="26235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0" name="Straight Connector 629">
            <a:extLst>
              <a:ext uri="{FF2B5EF4-FFF2-40B4-BE49-F238E27FC236}">
                <a16:creationId xmlns:a16="http://schemas.microsoft.com/office/drawing/2014/main" id="{0F0415AF-4A8A-7C21-6CAB-D718044A8C3C}"/>
              </a:ext>
            </a:extLst>
          </p:cNvPr>
          <p:cNvCxnSpPr>
            <a:cxnSpLocks/>
            <a:stCxn id="623" idx="0"/>
            <a:endCxn id="622" idx="2"/>
          </p:cNvCxnSpPr>
          <p:nvPr/>
        </p:nvCxnSpPr>
        <p:spPr>
          <a:xfrm flipV="1">
            <a:off x="8655124" y="5102275"/>
            <a:ext cx="378032" cy="26406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32" name="Rectangle 731">
            <a:extLst>
              <a:ext uri="{FF2B5EF4-FFF2-40B4-BE49-F238E27FC236}">
                <a16:creationId xmlns:a16="http://schemas.microsoft.com/office/drawing/2014/main" id="{A66E4742-AE4E-A6A3-73DD-229862FBC699}"/>
              </a:ext>
            </a:extLst>
          </p:cNvPr>
          <p:cNvSpPr/>
          <p:nvPr/>
        </p:nvSpPr>
        <p:spPr>
          <a:xfrm>
            <a:off x="9534099" y="985319"/>
            <a:ext cx="240357" cy="125147"/>
          </a:xfrm>
          <a:prstGeom prst="rect">
            <a:avLst/>
          </a:prstGeom>
          <a:solidFill>
            <a:srgbClr val="FF0000">
              <a:alpha val="25099"/>
            </a:srgbClr>
          </a:solidFill>
          <a:ln w="127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734" name="Straight Connector 733">
            <a:extLst>
              <a:ext uri="{FF2B5EF4-FFF2-40B4-BE49-F238E27FC236}">
                <a16:creationId xmlns:a16="http://schemas.microsoft.com/office/drawing/2014/main" id="{A5C1AEBC-6AAE-7D00-412A-B19EE6D2E601}"/>
              </a:ext>
            </a:extLst>
          </p:cNvPr>
          <p:cNvCxnSpPr>
            <a:cxnSpLocks/>
            <a:stCxn id="732" idx="3"/>
            <a:endCxn id="735" idx="1"/>
          </p:cNvCxnSpPr>
          <p:nvPr/>
        </p:nvCxnSpPr>
        <p:spPr>
          <a:xfrm flipV="1">
            <a:off x="9774456" y="1045684"/>
            <a:ext cx="245297" cy="220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35" name="TextBox 734">
            <a:extLst>
              <a:ext uri="{FF2B5EF4-FFF2-40B4-BE49-F238E27FC236}">
                <a16:creationId xmlns:a16="http://schemas.microsoft.com/office/drawing/2014/main" id="{DE33605D-BDD1-E498-D48D-03CCF2EBD381}"/>
              </a:ext>
            </a:extLst>
          </p:cNvPr>
          <p:cNvSpPr txBox="1"/>
          <p:nvPr/>
        </p:nvSpPr>
        <p:spPr>
          <a:xfrm>
            <a:off x="10019753" y="907184"/>
            <a:ext cx="6720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err="1"/>
              <a:t>JLabel</a:t>
            </a:r>
            <a:endParaRPr lang="de-DE" sz="1200" dirty="0"/>
          </a:p>
        </p:txBody>
      </p:sp>
    </p:spTree>
    <p:extLst>
      <p:ext uri="{BB962C8B-B14F-4D97-AF65-F5344CB8AC3E}">
        <p14:creationId xmlns:p14="http://schemas.microsoft.com/office/powerpoint/2010/main" val="1391504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cf7ac0a-4681-4823-ab0b-04ef02c5f873}" enabled="1" method="Standard" siteId="{42f7676c-f455-423c-82f6-dc2d99791af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3520</TotalTime>
  <Words>14</Words>
  <Application>Microsoft Macintosh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Polishchuk, Danylo</dc:creator>
  <cp:lastModifiedBy>Polishchuk, Danylo</cp:lastModifiedBy>
  <cp:revision>1</cp:revision>
  <dcterms:created xsi:type="dcterms:W3CDTF">2026-06-02T08:56:36Z</dcterms:created>
  <dcterms:modified xsi:type="dcterms:W3CDTF">2026-06-04T19:37:06Z</dcterms:modified>
</cp:coreProperties>
</file>